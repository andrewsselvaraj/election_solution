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LangChain4j sample in the election_solution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talks to Spring Boot. The controller calls the ElectionAssistant interface; LangChain4j implements it, talks to OpenAI, runs @Tool methods and keeps chat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3-5 are the part LangChain automates: tool description, tool call parsing, running the Java method and sending the result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Election Assistant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LangChain4j connects your Spring Boot app to GPT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 ·  Request flow  ·  Who does what  ·  Code map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1234440"/>
            <a:ext cx="17830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(browser)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/assistant page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14600" y="123444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514600" y="1234440"/>
            <a:ext cx="17830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AssistantController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1234440"/>
            <a:ext cx="17830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ElectionAssistant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Service)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234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12280" y="1234440"/>
            <a:ext cx="18745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(cloud)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67128" y="1714500"/>
            <a:ext cx="329184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15968" y="1714500"/>
            <a:ext cx="329184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64808" y="1714500"/>
            <a:ext cx="329184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01168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answer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2402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API key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29718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6616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ElectionTools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Java methods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29718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85216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20 messages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194560"/>
            <a:ext cx="0" cy="77724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26480" y="2194560"/>
            <a:ext cx="0" cy="77724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66160" y="416052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566160" y="416052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now → DB later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80560" y="3703320"/>
            <a:ext cx="0" cy="45720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65760" y="2971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 (+ dev / prod / test). API key comes from OPENAI_API_KEY or git-ignored config/application.properties.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step by step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standing in North?"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40080" cy="6400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posts the question to /assistant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assistant.chat(question)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640080" cy="640080"/>
          </a:xfrm>
          <a:prstGeom prst="ellipse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→ GPT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system rules + question + tool list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decides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"call candidatesInConstituency(North)"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640080" cy="640080"/>
          </a:xfrm>
          <a:prstGeom prst="ellipse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runs Java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method returns Asha Raman, Daniel Joseph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answers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final sentence from that data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key:  navy = your app   teal = LangChain4j   saffron = GPT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822960" cy="8229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question, decides which tool to call, writes the answer.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417320"/>
            <a:ext cx="822960" cy="822960"/>
          </a:xfrm>
          <a:prstGeom prst="ellipse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LangChain4j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everything: sends messages, runs your @Tool methods, keeps memory.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417320"/>
            <a:ext cx="822960" cy="8229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Candidates, booths, polling date. GPT cannot know these without you.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LangChain you write the JSON schemas, tool-call parsing, second request and memory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piece lives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templates/assistant.html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posts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controller/AssistantController.java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assistant.chat(question)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ai/ElectionAssistant.java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@SystemMessage +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ai/ElectionTools.java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@Tool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ai/LangChainConfig.java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OpenAiChatModel, AiServices,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application*.properties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name, key from 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code is 3 small files in src/main/java/com/election/solution/ai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LangChain4j Election Assistant - Architecture</dc:title>
  <dc:subject>PptxGenJS Presentation</dc:subject>
  <dc:creator>PptxGenJS</dc:creator>
  <cp:lastModifiedBy>PptxGenJS</cp:lastModifiedBy>
  <cp:revision>1</cp:revision>
  <dcterms:created xsi:type="dcterms:W3CDTF">2026-09-26T05:08:41Z</dcterms:created>
  <dcterms:modified xsi:type="dcterms:W3CDTF">2026-09-26T05:08:41Z</dcterms:modified>
</cp:coreProperties>
</file>